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🌱 SMART GREENHOUSE MONITORING SYSTEM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Automated Real-Time Telemetry, Plant Analytics &amp; Closed-Loop Anomaly Control</a:t>
            </a:r>
          </a:p>
          <a:p>
            <a:pPr>
              <a:spcBef>
                <a:spcPts val="28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Flow: Sensors ➔ Database ➔ Data Analytics ➔ Anomaly Detection ➔ Hardware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Overview &amp; 5-Stage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E11D48"/>
                </a:solidFill>
                <a:latin typeface="Arial"/>
              </a:defRPr>
            </a:pPr>
            <a:r>
              <a:t>⚠️ The Horticultural Challenge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Uncontrolled climate swings (heatwaves, cold snaps) severely stunt plant growth.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Excessive humidity fosters mold, mildew, and fungal outbreaks.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Stale air and CO2 depletion stall photosynthesis, reducing crop yield.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Manual inspection is slow, labor-intensive, and prone to human error.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Need: An automated 24/7 closed-loop monitoring &amp; protection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059669"/>
                </a:solidFill>
                <a:latin typeface="Arial"/>
              </a:defRPr>
            </a:pPr>
            <a:r>
              <a:t>⚡ The 5-Stage Solution Flow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Stage 1 (Sensors): Physical acquisition via ESP32, DHT22, LDR, MQ-135.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Stage 2 (Database): Ingestion via Flask REST API into SQLite database.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Stage 3 (Analytics): Calculating VPD, CO2 availability, and Oxygen balance.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Stage 4 (Anomalies): Multi-parameter rule checks and severity scoring.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Stage 5 (Hardware Output): Closed-loop relay triggers and live Streamlit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Stage 1: Sensor Data Acquisition (Edge Layer)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 1: Sensors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🔌 Hardware Sensors &amp; Pinouts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DHT22 / DHT11 (GPIO 4): Temperature (°C) &amp; Relative Humidity (%).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LDR Light Sensor (GPIO 34): Solar light converted to Lux (lx).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MQ-135 Gas Sensor (GPIO 35): Air quality converted to AQI (Index).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12-bit ADC (0 - 4095 counts): High-resolution analog voltage digitization.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Onboard Status LED (GPIO 2): Real-time WiFi &amp; transmission indicator.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📡 Signal Processing &amp; WiFi Transmission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Hardware Signal Smoothing: Multi-sample averaging reduces noise.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Unit Conversion Engine: Non-linear mapping from ADC to Lux and AQI.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Structured JSON Payload: Formatted with temperature, humidity, light, gas.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HTTP POST /data: Transmitted to Flask backend over WiFi every 2-3s.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Auto-reconnection logic: Ensures continuous telemetry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Stage 2: Ingestion &amp; Database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 2: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🚀 Flask REST API Backend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Listens on port 5000: Handles high-throughput sensor telemetry.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Endpoint POST /data: Ingests packets and returns immediate anomaly state.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Query Endpoints: /latest, /history, /stats, /anomalies, and /health.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CORS Enabled: Supports direct integration with dashboards &amp; web apps.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Thread-Safe Connection Pooling: Robust multi-client query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059669"/>
                </a:solidFill>
                <a:latin typeface="Arial"/>
              </a:defRPr>
            </a:pPr>
            <a:r>
              <a:t>💾 ACID-Compliant SQLite Database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Database File: backend/greenhouse.db with structured table sensor_data.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Schema: (id, timestamp, temperature, humidity, light, gas).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High-Precision Timestamps: ISO-8601 UTC timestamps on every row.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Fast B-Tree Indexing: Instant time-series lookups and chronological ordering.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Historical Integrity: Clean persistent storage for offline data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Stage 3: Data Analytics &amp; Plant Physiology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 3: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059669"/>
                </a:solidFill>
                <a:latin typeface="Arial"/>
              </a:defRPr>
            </a:pPr>
            <a:r>
              <a:t>🌿 Botanical Feature Engineering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Vapor Pressure Deficit (VPD in kPa): Quantifies plant transpiration.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Optimal Sweet-Spot (0.8 - 1.4 kPa): Maximum photosynthesis without wilting.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CO2 Availability (ppm): Tracks carbon assimilation for crop biomass.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Oxygen (O2 %) Dynamic Balance: Balances day photosynthesis &amp; gas displacement.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Dew Point Temperature (°C): Predicts leaf condensation and mold hazard.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📈 Statistical Insights &amp; Trends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ETL Pipeline (prepare_data.py): Automatic cleaning and physical sanity bounds.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Pearson Correlation Analysis: Discovers temp-humidity inverse relationships.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Descriptive Statistics: Mean, std deviation, min/max, quartiles across time.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Predictive Forecasting (Holt's Method): Projects trend 15-30 min ahead.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Early Warning: Warns operators before environmental setpoints breach.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Stage 4: Intelligent Anomaly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 4: Anomalies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E11D48"/>
                </a:solidFill>
                <a:latin typeface="Arial"/>
              </a:defRPr>
            </a:pPr>
            <a:r>
              <a:t>🚨 Multi-Parameter Rule Checks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High Temperature Alert: Flags overheating conditions (Temp &gt; 40°C).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Air Quality / Smoke Spike: Flags hazardous gas accumulation (AQI &gt; 150).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Compound Agricultural Rules: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Heat Stress + Wilt: High Temp (&gt; 35°C) + Dry Air (&lt; 30%).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Fungal Outbreak: Warm Air (&gt; 24°C) + High Saturation (&gt; 85%).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Leaf Scorch: Excessive Solar Irradiance (&gt; 55,000 lx) + High Temp.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334155"/>
                </a:solidFill>
                <a:latin typeface="Arial"/>
              </a:defRPr>
            </a:pPr>
            <a:r>
              <a:t>🧠 Severity &amp; Actionable Remediation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Graded Severity: NORMAL (0/100) vs ANOMALY (60-100/100).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Multivariate Mahalanobis ML Scoring: Detects subtle multi-sensor drift.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Contextual Operator Checklists: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'Activate evaporative cooling and misting nozzles.'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'Turn on emergency exhaust fans to clear hazardous fumes.'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  - 'Deploy shade screens to protect foliage from photo-inhibition.'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Stage 5: Hardware Output &amp; Real-Time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 5: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059669"/>
                </a:solidFill>
                <a:latin typeface="Arial"/>
              </a:defRPr>
            </a:pPr>
            <a:r>
              <a:t>⚡ Closed-Loop Edge Actuation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HTTP Response Feedback: Backend sends anomaly flags back to ESP32.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Relay Module Triggers: Automatically switches ON cooling fans or misting pump.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Exhaust Ventilation: Purges stale air upon detecting CO2/AQI spikes.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Visual &amp; Audible Alarms: Hardware status LED and buzzers alert on-site staff.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Automated 24/7 Protection: No human supervision required for rapid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🖥️ Streamlit Monitoring Dashboard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Live Telemetry Grid: Temp (°C), Humidity (%), Lux (lx), AQI, CO2, O2, VPD.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Threshold Setters (Sidebar): Customizable slider limits for all metrics.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Interactive Altair Trend Charts: Area gradients &amp; dashed threshold lines.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Live Condition Cards: Color-coded health banners and action checklists.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CSV Data Export: One-click historical data and anomaly report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Summary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274320"/>
            <a:ext cx="21031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🏆 Key Accomplishments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✅ Complete End-to-End System: Functional from physical sensors to actuation.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✅ Real-World Standard Units: Temperature, Humidity, Lux, AQI, CO2, O2.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✅ Botanical Intelligence: Advanced VPD modeling for transpiration health.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✅ Configurable Thresholds: Live tuning sliders for any crop type.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✅ Production-Ready Architecture: Flask REST API, SQLite, and Streamlit.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🌱 Agricultural &amp; Economic Value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Crop Protection: Prevents irreversible heat stress, frost, and fungal disease.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Yield Maximization: Maintains optimal CO2 and VPD transpiration sweet-spots.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Resource Conservation: Minimizes unnecessary fan/water pump power usage.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Scalability: Easily expandable to multi-zone commercial greenhouse facilities.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Arial"/>
              </a:defRPr>
            </a:pPr>
            <a:r>
              <a:t>•  Thank You! Q&amp;A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